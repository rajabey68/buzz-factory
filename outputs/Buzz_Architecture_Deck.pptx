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07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75DE"/>
                </a:solidFill>
              </a:defRPr>
            </a:pPr>
            <a:r>
              <a:t>BUZZ AGENT WORKSPACE</a:t>
            </a:r>
          </a:p>
          <a:p>
            <a:br/>
            <a:pPr algn="ctr">
              <a:defRPr sz="3000" b="1">
                <a:solidFill>
                  <a:srgbClr val="FFFFFF"/>
                </a:solidFill>
              </a:defRPr>
            </a:pPr>
            <a:r>
              <a:t>Autonomous Software, Marketing &amp; Job Hunter Fleets</a:t>
            </a:r>
          </a:p>
          <a:p>
            <a:br/>
            <a:pPr algn="ctr">
              <a:defRPr sz="1600">
                <a:solidFill>
                  <a:srgbClr val="94A3B8"/>
                </a:solidFill>
              </a:defRPr>
            </a:pPr>
            <a:r>
              <a:t>Decentralized Nostr Protocol • Hermes Agent OS on Hostinger • Human-in-the-Loop Assist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75DE"/>
                </a:solidFill>
              </a:defRPr>
            </a:pPr>
            <a:r>
              <a:t>BUZZ AGENT WORKSPACE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Surface Roles &amp; System Division of Labor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07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Buzz App (buzz.xyz)</a:t>
            </a:r>
          </a:p>
          <a:p>
            <a:br/>
            <a:pPr>
              <a:defRPr sz="1300" b="1">
                <a:solidFill>
                  <a:srgbClr val="0075DE"/>
                </a:solidFill>
              </a:defRPr>
            </a:pPr>
            <a:r>
              <a:t>Human Workspace &amp; Chat GUI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Nostr WebSocket client. Real-time channel timeline (#engineering, #marketing-ops, #job-hunter), 1-click approvals, and screenshot previews.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Hermes Agent OS</a:t>
            </a:r>
          </a:p>
          <a:p>
            <a:br/>
            <a:pPr>
              <a:defRPr sz="1300" b="1">
                <a:solidFill>
                  <a:srgbClr val="10B981"/>
                </a:solidFill>
              </a:defRPr>
            </a:pPr>
            <a:r>
              <a:t>Remote Execution Engine (Hostinger)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Runs headless on devserver. Subscribes to Nostr relay via buzz-acp, executes skills, manages memory &amp; local Ollama inference.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07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AntiGravity / IDE</a:t>
            </a:r>
          </a:p>
          <a:p>
            <a:br/>
            <a:pPr>
              <a:defRPr sz="1300" b="1">
                <a:solidFill>
                  <a:srgbClr val="0075DE"/>
                </a:solidFill>
              </a:defRPr>
            </a:pPr>
            <a:r>
              <a:t>Code Review &amp; Navigation Pane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Human pair-programming workspace for codebase inspection, architectural design, quality gates, and git repository control.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75DE"/>
                </a:solidFill>
              </a:defRPr>
            </a:pPr>
            <a:r>
              <a:t>BUZZ AGENT WORKSPACE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3 Autonomous Agent Fleets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07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💻 Software Factory</a:t>
            </a:r>
          </a:p>
          <a:p>
            <a:br/>
            <a:pPr>
              <a:defRPr sz="1200" b="1">
                <a:solidFill>
                  <a:srgbClr val="10B981"/>
                </a:solidFill>
              </a:defRPr>
            </a:pPr>
            <a:r>
              <a:t>Agents:</a:t>
            </a:r>
            <a:br/>
            <a:r>
              <a:t>@SystemArchitect • @FeatureDeveloper</a:t>
            </a:r>
            <a:br/>
            <a:r>
              <a:t>@QAGatekeeper (P-3) • @DevOpsRelease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Capabilities:</a:t>
            </a:r>
            <a:br/>
            <a:r>
              <a:t>TDD code generation, feature branches, four-eyes code review gates, and staging deployments.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07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📈 Marketing Factory</a:t>
            </a:r>
          </a:p>
          <a:p>
            <a:br/>
            <a:pPr>
              <a:defRPr sz="1200" b="1">
                <a:solidFill>
                  <a:srgbClr val="10B981"/>
                </a:solidFill>
              </a:defRPr>
            </a:pPr>
            <a:r>
              <a:t>Agents:</a:t>
            </a:r>
            <a:br/>
            <a:r>
              <a:t>@GrowthAnalyst • @SEOIntelAgent</a:t>
            </a:r>
            <a:br/>
            <a:r>
              <a:t>@CreativeCopywriter • @AdDeployer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Capabilities:</a:t>
            </a:r>
            <a:br/>
            <a:r>
              <a:t>SEMrush/SE Ranking scans, Notion-Warm landing pages, proof-based ad copy, and Meta/Google Ads drafting.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07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🍂 AutHarvest Job Hunter</a:t>
            </a:r>
          </a:p>
          <a:p>
            <a:br/>
            <a:pPr>
              <a:defRPr sz="1200" b="1">
                <a:solidFill>
                  <a:srgbClr val="10B981"/>
                </a:solidFill>
              </a:defRPr>
            </a:pPr>
            <a:r>
              <a:t>Agents:</a:t>
            </a:r>
            <a:br/>
            <a:r>
              <a:t>@JobScanner • @MatchScorer</a:t>
            </a:r>
            <a:br/>
            <a:r>
              <a:t>@CVTailor • @ApplyAssistant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Capabilities:</a:t>
            </a:r>
            <a:br/>
            <a:r>
              <a:t>Automated job discovery, £80K+/£600+day scoring, fact-grounded CV tailoring, and 1-click application assist.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75DE"/>
                </a:solidFill>
              </a:defRPr>
            </a:pPr>
            <a:r>
              <a:t>BUZZ AGENT WORKSPACE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AutHarvest: Human-in-the-Loop Application Staging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07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1. Discovery &amp; Scoring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07:00 UTC Cron runs @JobScanner (LinkedIn/Indeed) and @MatchScorer (&gt;=4.0 threshold).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834640"/>
            <a:ext cx="1069848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07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2. Fact-Grounded CV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@CVTailor builds tailored .docx CV &amp; Cover Letter with provenance check against ruvector.db.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1069848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07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3. NIP-44 Encrypted Card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Private encrypted Nostr event sent to #job-hunter with Pocket vs Launch choices.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12080"/>
            <a:ext cx="1069848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07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4. 5-Sec Application Assist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Clicking Launch opens browser to job URL with fields pre-filled for 1-click human submit.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75DE"/>
                </a:solidFill>
              </a:defRPr>
            </a:pPr>
            <a:r>
              <a:t>BUZZ AGENT WORKSPACE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Security Safeguards &amp; Mama Obsidian Vault Sync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07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🔒 NIP-44 Pairwise Encryption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All candidate PII, job summaries, and CV links are encrypted before relay broadcast.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645920"/>
            <a:ext cx="51206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07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🛡️ P-3 Four-Eyes Review Gate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Non-Anthropic models (Qwen 3.7 / Gemma 3) independently audit code and campaigns before release.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07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🧠 Mama Obsidian Vault Sync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Every agent output logs structured CommonMark notes to /second-brain/ for local Ollama RAG.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931920"/>
            <a:ext cx="51206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07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⚡ 100% Compute Portability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Agents run location-agnostically on Hostinger devserver, GCP Nano VMs, or cloud GPU rigs.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